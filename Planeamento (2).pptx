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60" r:id="rId6"/>
    <p:sldId id="264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37E9A-195C-CE79-8EAF-C87D216E54BB}" v="49" dt="2025-11-12T16:57:25.204"/>
    <p1510:client id="{AAAC2BF4-07CE-4F97-9F61-BDA2D5367C2B}" v="739" dt="2025-11-12T16:59:40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osé Pereira Honório Colaço" userId="f2fc235f-deff-45ab-b581-9b8569d246a6" providerId="ADAL" clId="{33E5A80B-7C3E-4F86-9A6D-0F31B2A19206}"/>
    <pc:docChg chg="undo custSel addSld delSld modSld sldOrd">
      <pc:chgData name="Francisco José Pereira Honório Colaço" userId="f2fc235f-deff-45ab-b581-9b8569d246a6" providerId="ADAL" clId="{33E5A80B-7C3E-4F86-9A6D-0F31B2A19206}" dt="2025-11-12T16:59:40.060" v="964" actId="14100"/>
      <pc:docMkLst>
        <pc:docMk/>
      </pc:docMkLst>
      <pc:sldChg chg="modSp mod">
        <pc:chgData name="Francisco José Pereira Honório Colaço" userId="f2fc235f-deff-45ab-b581-9b8569d246a6" providerId="ADAL" clId="{33E5A80B-7C3E-4F86-9A6D-0F31B2A19206}" dt="2025-11-05T16:37:06.499" v="197" actId="20577"/>
        <pc:sldMkLst>
          <pc:docMk/>
          <pc:sldMk cId="539923633" sldId="260"/>
        </pc:sldMkLst>
        <pc:spChg chg="mod">
          <ac:chgData name="Francisco José Pereira Honório Colaço" userId="f2fc235f-deff-45ab-b581-9b8569d246a6" providerId="ADAL" clId="{33E5A80B-7C3E-4F86-9A6D-0F31B2A19206}" dt="2025-11-05T16:37:06.499" v="197" actId="20577"/>
          <ac:spMkLst>
            <pc:docMk/>
            <pc:sldMk cId="539923633" sldId="260"/>
            <ac:spMk id="4" creationId="{32EE737D-3AA5-E2F1-322B-43070B081763}"/>
          </ac:spMkLst>
        </pc:spChg>
      </pc:sldChg>
      <pc:sldChg chg="modSp add del mod ord">
        <pc:chgData name="Francisco José Pereira Honório Colaço" userId="f2fc235f-deff-45ab-b581-9b8569d246a6" providerId="ADAL" clId="{33E5A80B-7C3E-4F86-9A6D-0F31B2A19206}" dt="2025-11-05T16:37:17.299" v="208" actId="20577"/>
        <pc:sldMkLst>
          <pc:docMk/>
          <pc:sldMk cId="1741214818" sldId="261"/>
        </pc:sldMkLst>
        <pc:spChg chg="mod">
          <ac:chgData name="Francisco José Pereira Honório Colaço" userId="f2fc235f-deff-45ab-b581-9b8569d246a6" providerId="ADAL" clId="{33E5A80B-7C3E-4F86-9A6D-0F31B2A19206}" dt="2025-11-05T16:37:17.299" v="208" actId="20577"/>
          <ac:spMkLst>
            <pc:docMk/>
            <pc:sldMk cId="1741214818" sldId="261"/>
            <ac:spMk id="5" creationId="{11C6BEB9-A6C5-38DE-9071-F6D51F1F83F3}"/>
          </ac:spMkLst>
        </pc:spChg>
        <pc:spChg chg="mod">
          <ac:chgData name="Francisco José Pereira Honório Colaço" userId="f2fc235f-deff-45ab-b581-9b8569d246a6" providerId="ADAL" clId="{33E5A80B-7C3E-4F86-9A6D-0F31B2A19206}" dt="2025-11-01T13:38:41.603" v="27" actId="2"/>
          <ac:spMkLst>
            <pc:docMk/>
            <pc:sldMk cId="1741214818" sldId="261"/>
            <ac:spMk id="17" creationId="{01678FE3-15E7-8965-7052-D08477AAD12E}"/>
          </ac:spMkLst>
        </pc:spChg>
      </pc:sldChg>
      <pc:sldChg chg="addSp delSp modSp mod">
        <pc:chgData name="Francisco José Pereira Honório Colaço" userId="f2fc235f-deff-45ab-b581-9b8569d246a6" providerId="ADAL" clId="{33E5A80B-7C3E-4F86-9A6D-0F31B2A19206}" dt="2025-11-05T16:37:30.506" v="222" actId="20577"/>
        <pc:sldMkLst>
          <pc:docMk/>
          <pc:sldMk cId="4022458719" sldId="262"/>
        </pc:sldMkLst>
        <pc:spChg chg="mod">
          <ac:chgData name="Francisco José Pereira Honório Colaço" userId="f2fc235f-deff-45ab-b581-9b8569d246a6" providerId="ADAL" clId="{33E5A80B-7C3E-4F86-9A6D-0F31B2A19206}" dt="2025-11-05T16:37:30.506" v="222" actId="20577"/>
          <ac:spMkLst>
            <pc:docMk/>
            <pc:sldMk cId="4022458719" sldId="262"/>
            <ac:spMk id="5" creationId="{32AC5619-638C-BBB7-A6BA-B2C117F449A8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15.112" v="154" actId="164"/>
          <ac:spMkLst>
            <pc:docMk/>
            <pc:sldMk cId="4022458719" sldId="262"/>
            <ac:spMk id="14" creationId="{F071ACDD-96FC-55E9-05B1-BDD91AFDFB77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18:27.297" v="138" actId="164"/>
          <ac:spMkLst>
            <pc:docMk/>
            <pc:sldMk cId="4022458719" sldId="262"/>
            <ac:spMk id="15" creationId="{327A9F84-2C7B-96E4-30AC-F87A481D3C49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15.112" v="154" actId="164"/>
          <ac:spMkLst>
            <pc:docMk/>
            <pc:sldMk cId="4022458719" sldId="262"/>
            <ac:spMk id="18" creationId="{04A0398F-0014-6DD7-AFD5-2AA4C960FBC2}"/>
          </ac:spMkLst>
        </pc:spChg>
        <pc:spChg chg="mod">
          <ac:chgData name="Francisco José Pereira Honório Colaço" userId="f2fc235f-deff-45ab-b581-9b8569d246a6" providerId="ADAL" clId="{33E5A80B-7C3E-4F86-9A6D-0F31B2A19206}" dt="2025-11-01T14:20:15.112" v="154" actId="164"/>
          <ac:spMkLst>
            <pc:docMk/>
            <pc:sldMk cId="4022458719" sldId="262"/>
            <ac:spMk id="20" creationId="{0546943C-944A-6662-A366-F19A2C5D27CB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15.112" v="154" actId="164"/>
          <ac:spMkLst>
            <pc:docMk/>
            <pc:sldMk cId="4022458719" sldId="262"/>
            <ac:spMk id="22" creationId="{ABF04FA5-7CC9-0530-D841-CDD6EDE6D9DF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19:48.904" v="150" actId="164"/>
          <ac:spMkLst>
            <pc:docMk/>
            <pc:sldMk cId="4022458719" sldId="262"/>
            <ac:spMk id="23" creationId="{3C890038-94A7-BB52-F16B-42B7E33DAF18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18:24.284" v="137" actId="164"/>
          <ac:spMkLst>
            <pc:docMk/>
            <pc:sldMk cId="4022458719" sldId="262"/>
            <ac:spMk id="24" creationId="{79C153EA-B088-E62D-6D23-725592A82E24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19:48.904" v="150" actId="164"/>
          <ac:spMkLst>
            <pc:docMk/>
            <pc:sldMk cId="4022458719" sldId="262"/>
            <ac:spMk id="27" creationId="{E42FE91F-08F9-FD74-1C08-0C8BBEBD5B8A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00.788" v="151" actId="164"/>
          <ac:spMkLst>
            <pc:docMk/>
            <pc:sldMk cId="4022458719" sldId="262"/>
            <ac:spMk id="28" creationId="{EE37C99C-DE59-59C5-072D-3A52509692FC}"/>
          </ac:spMkLst>
        </pc:spChg>
        <pc:spChg chg="mod">
          <ac:chgData name="Francisco José Pereira Honório Colaço" userId="f2fc235f-deff-45ab-b581-9b8569d246a6" providerId="ADAL" clId="{33E5A80B-7C3E-4F86-9A6D-0F31B2A19206}" dt="2025-11-01T14:18:21.493" v="136" actId="164"/>
          <ac:spMkLst>
            <pc:docMk/>
            <pc:sldMk cId="4022458719" sldId="262"/>
            <ac:spMk id="29" creationId="{21AFA591-D539-A754-F569-A769422BE100}"/>
          </ac:spMkLst>
        </pc:spChg>
        <pc:spChg chg="mod">
          <ac:chgData name="Francisco José Pereira Honório Colaço" userId="f2fc235f-deff-45ab-b581-9b8569d246a6" providerId="ADAL" clId="{33E5A80B-7C3E-4F86-9A6D-0F31B2A19206}" dt="2025-11-01T14:20:00.788" v="151" actId="164"/>
          <ac:spMkLst>
            <pc:docMk/>
            <pc:sldMk cId="4022458719" sldId="262"/>
            <ac:spMk id="32" creationId="{1EE46652-C82F-1BBA-C99C-3E3668FD774E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00.788" v="151" actId="164"/>
          <ac:spMkLst>
            <pc:docMk/>
            <pc:sldMk cId="4022458719" sldId="262"/>
            <ac:spMk id="34" creationId="{E4639EF6-5322-1AA7-F6B0-ABE69863192A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00.788" v="151" actId="164"/>
          <ac:spMkLst>
            <pc:docMk/>
            <pc:sldMk cId="4022458719" sldId="262"/>
            <ac:spMk id="36" creationId="{5A80673B-386A-3112-7427-3FDE0BD8EC43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15.112" v="154" actId="164"/>
          <ac:spMkLst>
            <pc:docMk/>
            <pc:sldMk cId="4022458719" sldId="262"/>
            <ac:spMk id="37" creationId="{B89F8096-743E-5D8F-1680-5A41DB9D5613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19:48.904" v="150" actId="164"/>
          <ac:spMkLst>
            <pc:docMk/>
            <pc:sldMk cId="4022458719" sldId="262"/>
            <ac:spMk id="38" creationId="{54D0D24F-7299-0849-7C02-8D6CDBEFBC1B}"/>
          </ac:spMkLst>
        </pc:spChg>
        <pc:spChg chg="add mod">
          <ac:chgData name="Francisco José Pereira Honório Colaço" userId="f2fc235f-deff-45ab-b581-9b8569d246a6" providerId="ADAL" clId="{33E5A80B-7C3E-4F86-9A6D-0F31B2A19206}" dt="2025-11-01T14:20:00.788" v="151" actId="164"/>
          <ac:spMkLst>
            <pc:docMk/>
            <pc:sldMk cId="4022458719" sldId="262"/>
            <ac:spMk id="39" creationId="{11C963E1-7514-5E6F-E0A3-0E723A171232}"/>
          </ac:spMkLst>
        </pc:spChg>
        <pc:grpChg chg="add mod">
          <ac:chgData name="Francisco José Pereira Honório Colaço" userId="f2fc235f-deff-45ab-b581-9b8569d246a6" providerId="ADAL" clId="{33E5A80B-7C3E-4F86-9A6D-0F31B2A19206}" dt="2025-11-01T14:20:00.788" v="151" actId="164"/>
          <ac:grpSpMkLst>
            <pc:docMk/>
            <pc:sldMk cId="4022458719" sldId="262"/>
            <ac:grpSpMk id="40" creationId="{2CF15872-49C2-2232-7ADF-E9FD9B568CF7}"/>
          </ac:grpSpMkLst>
        </pc:grpChg>
        <pc:grpChg chg="add mod">
          <ac:chgData name="Francisco José Pereira Honório Colaço" userId="f2fc235f-deff-45ab-b581-9b8569d246a6" providerId="ADAL" clId="{33E5A80B-7C3E-4F86-9A6D-0F31B2A19206}" dt="2025-11-01T14:19:48.904" v="150" actId="164"/>
          <ac:grpSpMkLst>
            <pc:docMk/>
            <pc:sldMk cId="4022458719" sldId="262"/>
            <ac:grpSpMk id="41" creationId="{EF58276F-4076-F7B7-EF88-ACAC114DAEC3}"/>
          </ac:grpSpMkLst>
        </pc:grpChg>
        <pc:grpChg chg="add mod">
          <ac:chgData name="Francisco José Pereira Honório Colaço" userId="f2fc235f-deff-45ab-b581-9b8569d246a6" providerId="ADAL" clId="{33E5A80B-7C3E-4F86-9A6D-0F31B2A19206}" dt="2025-11-01T14:20:15.112" v="154" actId="164"/>
          <ac:grpSpMkLst>
            <pc:docMk/>
            <pc:sldMk cId="4022458719" sldId="262"/>
            <ac:grpSpMk id="42" creationId="{DD4E91E9-AA21-A4F3-CDDB-1DEA9C3F1DD5}"/>
          </ac:grpSpMkLst>
        </pc:grpChg>
        <pc:grpChg chg="add mod">
          <ac:chgData name="Francisco José Pereira Honório Colaço" userId="f2fc235f-deff-45ab-b581-9b8569d246a6" providerId="ADAL" clId="{33E5A80B-7C3E-4F86-9A6D-0F31B2A19206}" dt="2025-11-01T14:21:59.878" v="174" actId="408"/>
          <ac:grpSpMkLst>
            <pc:docMk/>
            <pc:sldMk cId="4022458719" sldId="262"/>
            <ac:grpSpMk id="43" creationId="{185D0A22-BC65-7437-7F96-27BD47E97B56}"/>
          </ac:grpSpMkLst>
        </pc:grpChg>
        <pc:grpChg chg="add mod">
          <ac:chgData name="Francisco José Pereira Honório Colaço" userId="f2fc235f-deff-45ab-b581-9b8569d246a6" providerId="ADAL" clId="{33E5A80B-7C3E-4F86-9A6D-0F31B2A19206}" dt="2025-11-01T14:21:22.330" v="172" actId="554"/>
          <ac:grpSpMkLst>
            <pc:docMk/>
            <pc:sldMk cId="4022458719" sldId="262"/>
            <ac:grpSpMk id="44" creationId="{C1B70FF1-6CD1-115B-A566-404D90837CE6}"/>
          </ac:grpSpMkLst>
        </pc:grpChg>
        <pc:grpChg chg="add mod">
          <ac:chgData name="Francisco José Pereira Honório Colaço" userId="f2fc235f-deff-45ab-b581-9b8569d246a6" providerId="ADAL" clId="{33E5A80B-7C3E-4F86-9A6D-0F31B2A19206}" dt="2025-11-01T14:21:59.878" v="174" actId="408"/>
          <ac:grpSpMkLst>
            <pc:docMk/>
            <pc:sldMk cId="4022458719" sldId="262"/>
            <ac:grpSpMk id="45" creationId="{BDBD3BB5-5289-399F-4A07-7733AB759DC6}"/>
          </ac:grpSpMkLst>
        </pc:grpChg>
        <pc:picChg chg="mod">
          <ac:chgData name="Francisco José Pereira Honório Colaço" userId="f2fc235f-deff-45ab-b581-9b8569d246a6" providerId="ADAL" clId="{33E5A80B-7C3E-4F86-9A6D-0F31B2A19206}" dt="2025-11-01T14:21:54.014" v="173" actId="14100"/>
          <ac:picMkLst>
            <pc:docMk/>
            <pc:sldMk cId="4022458719" sldId="262"/>
            <ac:picMk id="11" creationId="{5B5DD106-2084-FA8D-9BDD-787A68A147C5}"/>
          </ac:picMkLst>
        </pc:picChg>
        <pc:picChg chg="mod">
          <ac:chgData name="Francisco José Pereira Honório Colaço" userId="f2fc235f-deff-45ab-b581-9b8569d246a6" providerId="ADAL" clId="{33E5A80B-7C3E-4F86-9A6D-0F31B2A19206}" dt="2025-11-01T14:18:27.297" v="138" actId="164"/>
          <ac:picMkLst>
            <pc:docMk/>
            <pc:sldMk cId="4022458719" sldId="262"/>
            <ac:picMk id="16" creationId="{EDD75368-ED5F-6643-7377-9159163E5ABF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15.112" v="154" actId="164"/>
          <ac:picMkLst>
            <pc:docMk/>
            <pc:sldMk cId="4022458719" sldId="262"/>
            <ac:picMk id="17" creationId="{E7DD5F40-D2F8-C729-9252-D1A74920D683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15.112" v="154" actId="164"/>
          <ac:picMkLst>
            <pc:docMk/>
            <pc:sldMk cId="4022458719" sldId="262"/>
            <ac:picMk id="19" creationId="{DC7A4EE0-A0DE-ED67-1C39-F7DD922FC02B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15.112" v="154" actId="164"/>
          <ac:picMkLst>
            <pc:docMk/>
            <pc:sldMk cId="4022458719" sldId="262"/>
            <ac:picMk id="21" creationId="{F4413160-0204-A0DC-C26B-DDDE07706ADC}"/>
          </ac:picMkLst>
        </pc:picChg>
        <pc:picChg chg="mod">
          <ac:chgData name="Francisco José Pereira Honório Colaço" userId="f2fc235f-deff-45ab-b581-9b8569d246a6" providerId="ADAL" clId="{33E5A80B-7C3E-4F86-9A6D-0F31B2A19206}" dt="2025-11-01T14:18:24.284" v="137" actId="164"/>
          <ac:picMkLst>
            <pc:docMk/>
            <pc:sldMk cId="4022458719" sldId="262"/>
            <ac:picMk id="25" creationId="{5A6EA6D9-DA6C-F296-DA25-8EBC285737E4}"/>
          </ac:picMkLst>
        </pc:picChg>
        <pc:picChg chg="mod">
          <ac:chgData name="Francisco José Pereira Honório Colaço" userId="f2fc235f-deff-45ab-b581-9b8569d246a6" providerId="ADAL" clId="{33E5A80B-7C3E-4F86-9A6D-0F31B2A19206}" dt="2025-11-01T14:19:48.904" v="150" actId="164"/>
          <ac:picMkLst>
            <pc:docMk/>
            <pc:sldMk cId="4022458719" sldId="262"/>
            <ac:picMk id="26" creationId="{A3B2A58A-B3DD-2B2A-11CB-FE8490D00E5F}"/>
          </ac:picMkLst>
        </pc:picChg>
        <pc:picChg chg="mod">
          <ac:chgData name="Francisco José Pereira Honório Colaço" userId="f2fc235f-deff-45ab-b581-9b8569d246a6" providerId="ADAL" clId="{33E5A80B-7C3E-4F86-9A6D-0F31B2A19206}" dt="2025-11-01T14:18:21.493" v="136" actId="164"/>
          <ac:picMkLst>
            <pc:docMk/>
            <pc:sldMk cId="4022458719" sldId="262"/>
            <ac:picMk id="30" creationId="{3BE56BA9-EED3-21B3-3BE9-8B8711651777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00.788" v="151" actId="164"/>
          <ac:picMkLst>
            <pc:docMk/>
            <pc:sldMk cId="4022458719" sldId="262"/>
            <ac:picMk id="31" creationId="{E5625A05-F3ED-DCBE-7419-B88733CE05CF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00.788" v="151" actId="164"/>
          <ac:picMkLst>
            <pc:docMk/>
            <pc:sldMk cId="4022458719" sldId="262"/>
            <ac:picMk id="33" creationId="{34ECB0D7-EC8A-F9BC-414F-6787C729D2D4}"/>
          </ac:picMkLst>
        </pc:picChg>
        <pc:picChg chg="mod">
          <ac:chgData name="Francisco José Pereira Honório Colaço" userId="f2fc235f-deff-45ab-b581-9b8569d246a6" providerId="ADAL" clId="{33E5A80B-7C3E-4F86-9A6D-0F31B2A19206}" dt="2025-11-01T14:20:00.788" v="151" actId="164"/>
          <ac:picMkLst>
            <pc:docMk/>
            <pc:sldMk cId="4022458719" sldId="262"/>
            <ac:picMk id="35" creationId="{8BA5020D-C3BC-7F06-BA0D-7749C1663760}"/>
          </ac:picMkLst>
        </pc:picChg>
      </pc:sldChg>
      <pc:sldChg chg="addSp delSp modSp new mod setBg">
        <pc:chgData name="Francisco José Pereira Honório Colaço" userId="f2fc235f-deff-45ab-b581-9b8569d246a6" providerId="ADAL" clId="{33E5A80B-7C3E-4F86-9A6D-0F31B2A19206}" dt="2025-11-05T16:37:22.882" v="218" actId="27636"/>
        <pc:sldMkLst>
          <pc:docMk/>
          <pc:sldMk cId="3045968540" sldId="263"/>
        </pc:sldMkLst>
        <pc:spChg chg="mod">
          <ac:chgData name="Francisco José Pereira Honório Colaço" userId="f2fc235f-deff-45ab-b581-9b8569d246a6" providerId="ADAL" clId="{33E5A80B-7C3E-4F86-9A6D-0F31B2A19206}" dt="2025-11-01T13:59:40.174" v="51" actId="26606"/>
          <ac:spMkLst>
            <pc:docMk/>
            <pc:sldMk cId="3045968540" sldId="263"/>
            <ac:spMk id="2" creationId="{C60B24E4-C9A8-5225-2224-8428BB7C01B3}"/>
          </ac:spMkLst>
        </pc:spChg>
        <pc:spChg chg="mod ord">
          <ac:chgData name="Francisco José Pereira Honório Colaço" userId="f2fc235f-deff-45ab-b581-9b8569d246a6" providerId="ADAL" clId="{33E5A80B-7C3E-4F86-9A6D-0F31B2A19206}" dt="2025-11-05T16:37:22.882" v="218" actId="27636"/>
          <ac:spMkLst>
            <pc:docMk/>
            <pc:sldMk cId="3045968540" sldId="263"/>
            <ac:spMk id="4" creationId="{E4ACEF81-8547-2698-AC6F-855E1B8FBE35}"/>
          </ac:spMkLst>
        </pc:spChg>
        <pc:spChg chg="add mod ord">
          <ac:chgData name="Francisco José Pereira Honório Colaço" userId="f2fc235f-deff-45ab-b581-9b8569d246a6" providerId="ADAL" clId="{33E5A80B-7C3E-4F86-9A6D-0F31B2A19206}" dt="2025-11-01T14:06:25.280" v="81" actId="164"/>
          <ac:spMkLst>
            <pc:docMk/>
            <pc:sldMk cId="3045968540" sldId="263"/>
            <ac:spMk id="7" creationId="{481AB305-6041-3FDA-66AE-604321204FCC}"/>
          </ac:spMkLst>
        </pc:spChg>
        <pc:grpChg chg="add mod ord">
          <ac:chgData name="Francisco José Pereira Honório Colaço" userId="f2fc235f-deff-45ab-b581-9b8569d246a6" providerId="ADAL" clId="{33E5A80B-7C3E-4F86-9A6D-0F31B2A19206}" dt="2025-11-01T14:22:55.176" v="175" actId="1076"/>
          <ac:grpSpMkLst>
            <pc:docMk/>
            <pc:sldMk cId="3045968540" sldId="263"/>
            <ac:grpSpMk id="8" creationId="{ABA55110-F971-325E-D298-DD3072DD6598}"/>
          </ac:grpSpMkLst>
        </pc:grpChg>
        <pc:picChg chg="add mod">
          <ac:chgData name="Francisco José Pereira Honório Colaço" userId="f2fc235f-deff-45ab-b581-9b8569d246a6" providerId="ADAL" clId="{33E5A80B-7C3E-4F86-9A6D-0F31B2A19206}" dt="2025-11-01T14:06:25.280" v="81" actId="164"/>
          <ac:picMkLst>
            <pc:docMk/>
            <pc:sldMk cId="3045968540" sldId="263"/>
            <ac:picMk id="6" creationId="{B4BCD2E0-B95C-C997-6136-065515314445}"/>
          </ac:picMkLst>
        </pc:picChg>
      </pc:sldChg>
      <pc:sldChg chg="addSp delSp modSp new mod ord">
        <pc:chgData name="Francisco José Pereira Honório Colaço" userId="f2fc235f-deff-45ab-b581-9b8569d246a6" providerId="ADAL" clId="{33E5A80B-7C3E-4F86-9A6D-0F31B2A19206}" dt="2025-11-12T16:59:40.060" v="964" actId="14100"/>
        <pc:sldMkLst>
          <pc:docMk/>
          <pc:sldMk cId="3525154329" sldId="264"/>
        </pc:sldMkLst>
        <pc:spChg chg="add mod">
          <ac:chgData name="Francisco José Pereira Honório Colaço" userId="f2fc235f-deff-45ab-b581-9b8569d246a6" providerId="ADAL" clId="{33E5A80B-7C3E-4F86-9A6D-0F31B2A19206}" dt="2025-11-12T16:59:40.060" v="964" actId="14100"/>
          <ac:spMkLst>
            <pc:docMk/>
            <pc:sldMk cId="3525154329" sldId="264"/>
            <ac:spMk id="5" creationId="{630D3728-CE5A-C78F-3B62-E1E8FCC4EE4D}"/>
          </ac:spMkLst>
        </pc:spChg>
        <pc:spChg chg="add mod">
          <ac:chgData name="Francisco José Pereira Honório Colaço" userId="f2fc235f-deff-45ab-b581-9b8569d246a6" providerId="ADAL" clId="{33E5A80B-7C3E-4F86-9A6D-0F31B2A19206}" dt="2025-11-12T16:53:43.918" v="514" actId="404"/>
          <ac:spMkLst>
            <pc:docMk/>
            <pc:sldMk cId="3525154329" sldId="264"/>
            <ac:spMk id="6" creationId="{A82F6D18-E0DE-8BF2-A0DF-89A3FAE4D70B}"/>
          </ac:spMkLst>
        </pc:spChg>
        <pc:spChg chg="add mod">
          <ac:chgData name="Francisco José Pereira Honório Colaço" userId="f2fc235f-deff-45ab-b581-9b8569d246a6" providerId="ADAL" clId="{33E5A80B-7C3E-4F86-9A6D-0F31B2A19206}" dt="2025-11-12T16:59:12.343" v="958" actId="20577"/>
          <ac:spMkLst>
            <pc:docMk/>
            <pc:sldMk cId="3525154329" sldId="264"/>
            <ac:spMk id="7" creationId="{E0EAEA82-2D0E-78D9-61F6-1E5A87AC03F3}"/>
          </ac:spMkLst>
        </pc:spChg>
        <pc:spChg chg="add mod">
          <ac:chgData name="Francisco José Pereira Honório Colaço" userId="f2fc235f-deff-45ab-b581-9b8569d246a6" providerId="ADAL" clId="{33E5A80B-7C3E-4F86-9A6D-0F31B2A19206}" dt="2025-11-12T16:56:54.351" v="755" actId="20577"/>
          <ac:spMkLst>
            <pc:docMk/>
            <pc:sldMk cId="3525154329" sldId="264"/>
            <ac:spMk id="8" creationId="{4A714589-545D-77A1-02B6-22B3BB57D789}"/>
          </ac:spMkLst>
        </pc:spChg>
        <pc:spChg chg="add del mod">
          <ac:chgData name="Francisco José Pereira Honório Colaço" userId="f2fc235f-deff-45ab-b581-9b8569d246a6" providerId="ADAL" clId="{33E5A80B-7C3E-4F86-9A6D-0F31B2A19206}" dt="2025-11-12T16:58:43.098" v="954" actId="478"/>
          <ac:spMkLst>
            <pc:docMk/>
            <pc:sldMk cId="3525154329" sldId="264"/>
            <ac:spMk id="9" creationId="{55643366-24DA-283B-9099-3F4A978A9C98}"/>
          </ac:spMkLst>
        </pc:spChg>
        <pc:spChg chg="add mod">
          <ac:chgData name="Francisco José Pereira Honório Colaço" userId="f2fc235f-deff-45ab-b581-9b8569d246a6" providerId="ADAL" clId="{33E5A80B-7C3E-4F86-9A6D-0F31B2A19206}" dt="2025-11-12T16:59:25.185" v="959" actId="1076"/>
          <ac:spMkLst>
            <pc:docMk/>
            <pc:sldMk cId="3525154329" sldId="264"/>
            <ac:spMk id="10" creationId="{70D34C50-619F-0F90-B90F-DAC1A99E5F02}"/>
          </ac:spMkLst>
        </pc:spChg>
        <pc:picChg chg="add mod">
          <ac:chgData name="Francisco José Pereira Honório Colaço" userId="f2fc235f-deff-45ab-b581-9b8569d246a6" providerId="ADAL" clId="{33E5A80B-7C3E-4F86-9A6D-0F31B2A19206}" dt="2025-11-12T16:55:14.143" v="624" actId="34135"/>
          <ac:picMkLst>
            <pc:docMk/>
            <pc:sldMk cId="3525154329" sldId="264"/>
            <ac:picMk id="1026" creationId="{55A779EB-2A12-A5A1-25DE-AA592173FE5A}"/>
          </ac:picMkLst>
        </pc:picChg>
      </pc:sldChg>
    </pc:docChg>
  </pc:docChgLst>
  <pc:docChgLst>
    <pc:chgData name="Guest User" userId="S::urn:spo:tenantanon#6bfdb318-8dfa-4d4c-ae55-c0862aa6a5b1::" providerId="AD" clId="Web-{4E5ED7FD-06E8-67E9-C0E1-3CF9501B6067}"/>
    <pc:docChg chg="modSld">
      <pc:chgData name="Guest User" userId="S::urn:spo:tenantanon#6bfdb318-8dfa-4d4c-ae55-c0862aa6a5b1::" providerId="AD" clId="Web-{4E5ED7FD-06E8-67E9-C0E1-3CF9501B6067}" dt="2025-11-05T12:45:23.981" v="28" actId="1076"/>
      <pc:docMkLst>
        <pc:docMk/>
      </pc:docMkLst>
      <pc:sldChg chg="modSp">
        <pc:chgData name="Guest User" userId="S::urn:spo:tenantanon#6bfdb318-8dfa-4d4c-ae55-c0862aa6a5b1::" providerId="AD" clId="Web-{4E5ED7FD-06E8-67E9-C0E1-3CF9501B6067}" dt="2025-11-05T12:43:38.776" v="25" actId="20577"/>
        <pc:sldMkLst>
          <pc:docMk/>
          <pc:sldMk cId="1741214818" sldId="261"/>
        </pc:sldMkLst>
        <pc:spChg chg="mod">
          <ac:chgData name="Guest User" userId="S::urn:spo:tenantanon#6bfdb318-8dfa-4d4c-ae55-c0862aa6a5b1::" providerId="AD" clId="Web-{4E5ED7FD-06E8-67E9-C0E1-3CF9501B6067}" dt="2025-11-05T12:43:38.776" v="25" actId="20577"/>
          <ac:spMkLst>
            <pc:docMk/>
            <pc:sldMk cId="1741214818" sldId="261"/>
            <ac:spMk id="11" creationId="{A0EFFC33-8B2D-6DD1-12D8-8B19CB5B84F7}"/>
          </ac:spMkLst>
        </pc:spChg>
      </pc:sldChg>
      <pc:sldChg chg="modSp">
        <pc:chgData name="Guest User" userId="S::urn:spo:tenantanon#6bfdb318-8dfa-4d4c-ae55-c0862aa6a5b1::" providerId="AD" clId="Web-{4E5ED7FD-06E8-67E9-C0E1-3CF9501B6067}" dt="2025-11-05T12:45:23.981" v="28" actId="1076"/>
        <pc:sldMkLst>
          <pc:docMk/>
          <pc:sldMk cId="4022458719" sldId="262"/>
        </pc:sldMkLst>
        <pc:picChg chg="mod">
          <ac:chgData name="Guest User" userId="S::urn:spo:tenantanon#6bfdb318-8dfa-4d4c-ae55-c0862aa6a5b1::" providerId="AD" clId="Web-{4E5ED7FD-06E8-67E9-C0E1-3CF9501B6067}" dt="2025-11-05T12:45:23.981" v="28" actId="1076"/>
          <ac:picMkLst>
            <pc:docMk/>
            <pc:sldMk cId="4022458719" sldId="262"/>
            <ac:picMk id="11" creationId="{5B5DD106-2084-FA8D-9BDD-787A68A147C5}"/>
          </ac:picMkLst>
        </pc:picChg>
      </pc:sldChg>
      <pc:sldChg chg="modSp">
        <pc:chgData name="Guest User" userId="S::urn:spo:tenantanon#6bfdb318-8dfa-4d4c-ae55-c0862aa6a5b1::" providerId="AD" clId="Web-{4E5ED7FD-06E8-67E9-C0E1-3CF9501B6067}" dt="2025-11-05T12:42:55.666" v="8" actId="1076"/>
        <pc:sldMkLst>
          <pc:docMk/>
          <pc:sldMk cId="3045968540" sldId="263"/>
        </pc:sldMkLst>
        <pc:spChg chg="mod">
          <ac:chgData name="Guest User" userId="S::urn:spo:tenantanon#6bfdb318-8dfa-4d4c-ae55-c0862aa6a5b1::" providerId="AD" clId="Web-{4E5ED7FD-06E8-67E9-C0E1-3CF9501B6067}" dt="2025-11-05T12:42:39.853" v="3" actId="14100"/>
          <ac:spMkLst>
            <pc:docMk/>
            <pc:sldMk cId="3045968540" sldId="263"/>
            <ac:spMk id="7" creationId="{481AB305-6041-3FDA-66AE-604321204FCC}"/>
          </ac:spMkLst>
        </pc:spChg>
        <pc:grpChg chg="mod">
          <ac:chgData name="Guest User" userId="S::urn:spo:tenantanon#6bfdb318-8dfa-4d4c-ae55-c0862aa6a5b1::" providerId="AD" clId="Web-{4E5ED7FD-06E8-67E9-C0E1-3CF9501B6067}" dt="2025-11-05T12:42:55.666" v="8" actId="1076"/>
          <ac:grpSpMkLst>
            <pc:docMk/>
            <pc:sldMk cId="3045968540" sldId="263"/>
            <ac:grpSpMk id="8" creationId="{ABA55110-F971-325E-D298-DD3072DD6598}"/>
          </ac:grpSpMkLst>
        </pc:grpChg>
      </pc:sldChg>
    </pc:docChg>
  </pc:docChgLst>
  <pc:docChgLst>
    <pc:chgData name="Guest User" userId="S::urn:spo:tenantanon#6bfdb318-8dfa-4d4c-ae55-c0862aa6a5b1::" providerId="AD" clId="Web-{4A737E9A-195C-CE79-8EAF-C87D216E54BB}"/>
    <pc:docChg chg="modSld">
      <pc:chgData name="Guest User" userId="S::urn:spo:tenantanon#6bfdb318-8dfa-4d4c-ae55-c0862aa6a5b1::" providerId="AD" clId="Web-{4A737E9A-195C-CE79-8EAF-C87D216E54BB}" dt="2025-11-12T16:57:24.845" v="47" actId="20577"/>
      <pc:docMkLst>
        <pc:docMk/>
      </pc:docMkLst>
      <pc:sldChg chg="modSp">
        <pc:chgData name="Guest User" userId="S::urn:spo:tenantanon#6bfdb318-8dfa-4d4c-ae55-c0862aa6a5b1::" providerId="AD" clId="Web-{4A737E9A-195C-CE79-8EAF-C87D216E54BB}" dt="2025-11-12T16:57:24.845" v="47" actId="20577"/>
        <pc:sldMkLst>
          <pc:docMk/>
          <pc:sldMk cId="3525154329" sldId="264"/>
        </pc:sldMkLst>
        <pc:spChg chg="mod">
          <ac:chgData name="Guest User" userId="S::urn:spo:tenantanon#6bfdb318-8dfa-4d4c-ae55-c0862aa6a5b1::" providerId="AD" clId="Web-{4A737E9A-195C-CE79-8EAF-C87D216E54BB}" dt="2025-11-12T16:56:47.969" v="36" actId="20577"/>
          <ac:spMkLst>
            <pc:docMk/>
            <pc:sldMk cId="3525154329" sldId="264"/>
            <ac:spMk id="8" creationId="{4A714589-545D-77A1-02B6-22B3BB57D789}"/>
          </ac:spMkLst>
        </pc:spChg>
        <pc:spChg chg="mod">
          <ac:chgData name="Guest User" userId="S::urn:spo:tenantanon#6bfdb318-8dfa-4d4c-ae55-c0862aa6a5b1::" providerId="AD" clId="Web-{4A737E9A-195C-CE79-8EAF-C87D216E54BB}" dt="2025-11-12T16:57:24.845" v="47" actId="20577"/>
          <ac:spMkLst>
            <pc:docMk/>
            <pc:sldMk cId="3525154329" sldId="264"/>
            <ac:spMk id="9" creationId="{55643366-24DA-283B-9099-3F4A978A9C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43CD74-B1E7-4BD8-B13E-2CE55F7E0712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8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94DD84-FD1B-4A00-86C9-CCF8BA418E96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28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C50FA5-66AC-44A9-B5FA-7CF2CA9EF698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51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2F6E77-5C25-4DFF-94C3-82FB8CCAB3B8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33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E7A7A-C3BC-493D-B5CC-091A657739DB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06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C9975B-FCE1-42F1-A328-9A6C7981C69E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3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9AE7D-9AC3-4F61-ADC2-1EF2CD8D93CD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0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5392C1-4CEF-4198-B4F0-4F2F709D825C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6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4A97D-5159-47C6-B8CB-6DD25CF9034E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8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F0655D-53F8-4B36-B0A9-14F5D54DFAF3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71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4AD5CB-14AF-4168-9654-5FB30570384B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1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CB9A-B3C3-4C34-9C55-07E5A5E565F1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8C5549C-D412-8445-B298-37865C821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58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F90A6-898E-4D8E-8DA7-3CAAB0720684}" type="datetime1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12/11/2025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C1093-6F90-476D-969F-9D2CA9DFB9E3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53" y="2851"/>
            <a:ext cx="320575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4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7CD5B5C-2443-2974-8A75-53B4D8E5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6026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FC10DA4-5CDE-6A6A-2669-927ED5F6B8DB}"/>
              </a:ext>
            </a:extLst>
          </p:cNvPr>
          <p:cNvSpPr/>
          <p:nvPr/>
        </p:nvSpPr>
        <p:spPr>
          <a:xfrm>
            <a:off x="0" y="0"/>
            <a:ext cx="12186026" cy="6857999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88C89E-BFA6-4745-9DDD-1BDA4A182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545" y="4676702"/>
            <a:ext cx="7766936" cy="1646302"/>
          </a:xfrm>
        </p:spPr>
        <p:txBody>
          <a:bodyPr>
            <a:normAutofit/>
          </a:bodyPr>
          <a:lstStyle/>
          <a:p>
            <a:r>
              <a:rPr lang="pt-PT" b="1" noProof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Estádio Interativo</a:t>
            </a:r>
            <a:br>
              <a:rPr lang="pt-PT" noProof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</a:br>
            <a:r>
              <a:rPr lang="pt-PT" sz="1500" noProof="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</a:rPr>
              <a:t>Sistema Emocional Responsivo</a:t>
            </a:r>
            <a:endParaRPr lang="pt-PT" noProof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145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2AFB4FF-ADBD-4C6B-1541-528BD380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/>
              <a:t>Motivação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2EE737D-3AA5-E2F1-322B-43070B08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Grupo </a:t>
            </a:r>
            <a:r>
              <a:rPr lang="pt-PT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12</a:t>
            </a: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2025/2026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FA694AF-739E-5FF9-A0FE-B1279957DB7D}"/>
              </a:ext>
            </a:extLst>
          </p:cNvPr>
          <p:cNvGrpSpPr/>
          <p:nvPr/>
        </p:nvGrpSpPr>
        <p:grpSpPr>
          <a:xfrm>
            <a:off x="937824" y="1285306"/>
            <a:ext cx="10480094" cy="1325563"/>
            <a:chOff x="855040" y="1690685"/>
            <a:chExt cx="10480094" cy="132556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95F5ECAE-0237-218D-7C0E-8EFF32091BE1}"/>
                </a:ext>
              </a:extLst>
            </p:cNvPr>
            <p:cNvSpPr/>
            <p:nvPr/>
          </p:nvSpPr>
          <p:spPr>
            <a:xfrm>
              <a:off x="855040" y="1690685"/>
              <a:ext cx="10336094" cy="1325563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 lang="pt-PT" noProof="0"/>
            </a:p>
          </p:txBody>
        </p:sp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BC9BCA33-CBFE-C41F-8341-A3A53B8FC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387" y="2012565"/>
              <a:ext cx="394178" cy="394178"/>
            </a:xfrm>
            <a:prstGeom prst="rect">
              <a:avLst/>
            </a:prstGeom>
          </p:spPr>
        </p:pic>
        <p:sp>
          <p:nvSpPr>
            <p:cNvPr id="11" name="Text 2">
              <a:extLst>
                <a:ext uri="{FF2B5EF4-FFF2-40B4-BE49-F238E27FC236}">
                  <a16:creationId xmlns:a16="http://schemas.microsoft.com/office/drawing/2014/main" id="{ADB5A9DD-0644-C431-D565-9C9E3390ADB8}"/>
                </a:ext>
              </a:extLst>
            </p:cNvPr>
            <p:cNvSpPr/>
            <p:nvPr/>
          </p:nvSpPr>
          <p:spPr>
            <a:xfrm>
              <a:off x="1707912" y="1961434"/>
              <a:ext cx="2520000" cy="1029234"/>
            </a:xfrm>
            <a:prstGeom prst="rect">
              <a:avLst/>
            </a:prstGeom>
            <a:noFill/>
            <a:ln/>
          </p:spPr>
          <p:txBody>
            <a:bodyPr wrap="square" lIns="1270" tIns="1270" rIns="1270" bIns="1270" rtlCol="0" anchor="t"/>
            <a:lstStyle/>
            <a:p>
              <a:pPr marL="0" indent="0">
                <a:buNone/>
              </a:pPr>
              <a:r>
                <a:rPr lang="pt-PT" sz="1600" noProof="0">
                  <a:solidFill>
                    <a:srgbClr val="666666"/>
                  </a:solidFill>
                </a:rPr>
                <a:t>Envolver os adeptos: transformar uma experiência passiva em ativa.</a:t>
              </a:r>
              <a:endParaRPr lang="pt-PT" sz="1600" noProof="0"/>
            </a:p>
          </p:txBody>
        </p:sp>
        <p:pic>
          <p:nvPicPr>
            <p:cNvPr id="12" name="Image 1" descr="preencoded.png">
              <a:extLst>
                <a:ext uri="{FF2B5EF4-FFF2-40B4-BE49-F238E27FC236}">
                  <a16:creationId xmlns:a16="http://schemas.microsoft.com/office/drawing/2014/main" id="{D9C79807-8ABE-CCBF-6ACD-0AA5B1C5F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0102" y="2012565"/>
              <a:ext cx="394178" cy="394178"/>
            </a:xfrm>
            <a:prstGeom prst="rect">
              <a:avLst/>
            </a:prstGeom>
          </p:spPr>
        </p:pic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0CFFE565-A809-DBD1-A672-E640FBD270ED}"/>
                </a:ext>
              </a:extLst>
            </p:cNvPr>
            <p:cNvSpPr/>
            <p:nvPr/>
          </p:nvSpPr>
          <p:spPr>
            <a:xfrm>
              <a:off x="5196576" y="1954711"/>
              <a:ext cx="2520000" cy="1029234"/>
            </a:xfrm>
            <a:prstGeom prst="rect">
              <a:avLst/>
            </a:prstGeom>
            <a:noFill/>
            <a:ln/>
          </p:spPr>
          <p:txBody>
            <a:bodyPr wrap="square" lIns="1270" tIns="1270" rIns="1270" bIns="1270" rtlCol="0" anchor="t"/>
            <a:lstStyle/>
            <a:p>
              <a:pPr marL="0" indent="0">
                <a:buNone/>
              </a:pPr>
              <a:r>
                <a:rPr lang="pt-PT" sz="1600" noProof="0">
                  <a:solidFill>
                    <a:srgbClr val="666666"/>
                  </a:solidFill>
                </a:rPr>
                <a:t>Integrar sensores num ambiente desportivo.</a:t>
              </a:r>
              <a:endParaRPr lang="pt-PT" sz="1600" noProof="0"/>
            </a:p>
          </p:txBody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0C5C9F42-1718-1036-EEC9-A972F37BF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5270" y="2012565"/>
              <a:ext cx="394178" cy="394178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C23FCB8-CF41-F1D2-F0D6-2D6F2CC708FB}"/>
                </a:ext>
              </a:extLst>
            </p:cNvPr>
            <p:cNvSpPr/>
            <p:nvPr/>
          </p:nvSpPr>
          <p:spPr>
            <a:xfrm>
              <a:off x="8815134" y="1959870"/>
              <a:ext cx="2520000" cy="1029234"/>
            </a:xfrm>
            <a:prstGeom prst="rect">
              <a:avLst/>
            </a:prstGeom>
            <a:noFill/>
            <a:ln/>
          </p:spPr>
          <p:txBody>
            <a:bodyPr wrap="square" lIns="1270" tIns="1270" rIns="1270" bIns="1270" rtlCol="0" anchor="t"/>
            <a:lstStyle/>
            <a:p>
              <a:pPr marL="0" indent="0">
                <a:buNone/>
              </a:pPr>
              <a:r>
                <a:rPr lang="pt-PT" sz="1600" noProof="0">
                  <a:solidFill>
                    <a:srgbClr val="666666"/>
                  </a:solidFill>
                </a:rPr>
                <a:t>Demonstrar um sistema embebido reativo.</a:t>
              </a:r>
              <a:endParaRPr lang="pt-PT" sz="1600" noProof="0"/>
            </a:p>
          </p:txBody>
        </p:sp>
      </p:grpSp>
      <p:sp>
        <p:nvSpPr>
          <p:cNvPr id="18" name="Shape 4">
            <a:extLst>
              <a:ext uri="{FF2B5EF4-FFF2-40B4-BE49-F238E27FC236}">
                <a16:creationId xmlns:a16="http://schemas.microsoft.com/office/drawing/2014/main" id="{E3461A4B-EF9A-7091-4BD5-109D8B516C4C}"/>
              </a:ext>
            </a:extLst>
          </p:cNvPr>
          <p:cNvSpPr/>
          <p:nvPr/>
        </p:nvSpPr>
        <p:spPr>
          <a:xfrm>
            <a:off x="6238302" y="4918932"/>
            <a:ext cx="5040000" cy="972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pt-PT" noProof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F0858C3-C1C7-6313-DEB4-979640252D78}"/>
              </a:ext>
            </a:extLst>
          </p:cNvPr>
          <p:cNvGrpSpPr/>
          <p:nvPr/>
        </p:nvGrpSpPr>
        <p:grpSpPr>
          <a:xfrm>
            <a:off x="6516695" y="5176332"/>
            <a:ext cx="457200" cy="457200"/>
            <a:chOff x="4937760" y="1645920"/>
            <a:chExt cx="457200" cy="457200"/>
          </a:xfrm>
        </p:grpSpPr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310E1D22-EC59-954E-95FB-AB72F7DCB977}"/>
                </a:ext>
              </a:extLst>
            </p:cNvPr>
            <p:cNvSpPr/>
            <p:nvPr/>
          </p:nvSpPr>
          <p:spPr>
            <a:xfrm>
              <a:off x="4937760" y="1645920"/>
              <a:ext cx="457200" cy="457200"/>
            </a:xfrm>
            <a:prstGeom prst="ellipse">
              <a:avLst/>
            </a:prstGeom>
            <a:solidFill>
              <a:srgbClr val="1B998B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 lang="pt-PT" noProof="0"/>
            </a:p>
          </p:txBody>
        </p:sp>
        <p:pic>
          <p:nvPicPr>
            <p:cNvPr id="21" name="Image 1" descr="preencoded.png">
              <a:extLst>
                <a:ext uri="{FF2B5EF4-FFF2-40B4-BE49-F238E27FC236}">
                  <a16:creationId xmlns:a16="http://schemas.microsoft.com/office/drawing/2014/main" id="{419440CB-6214-FC2B-F565-80B73D41A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5040360" y="1748520"/>
              <a:ext cx="252000" cy="252000"/>
            </a:xfrm>
            <a:prstGeom prst="rect">
              <a:avLst/>
            </a:prstGeom>
          </p:spPr>
        </p:pic>
      </p:grpSp>
      <p:sp>
        <p:nvSpPr>
          <p:cNvPr id="22" name="Text 6">
            <a:extLst>
              <a:ext uri="{FF2B5EF4-FFF2-40B4-BE49-F238E27FC236}">
                <a16:creationId xmlns:a16="http://schemas.microsoft.com/office/drawing/2014/main" id="{F1168831-0C51-BE3E-E6F1-117B12E8A649}"/>
              </a:ext>
            </a:extLst>
          </p:cNvPr>
          <p:cNvSpPr/>
          <p:nvPr/>
        </p:nvSpPr>
        <p:spPr>
          <a:xfrm>
            <a:off x="7234374" y="4918932"/>
            <a:ext cx="3968214" cy="972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pt-PT" sz="1400" b="1" noProof="0">
                <a:solidFill>
                  <a:srgbClr val="0A2342"/>
                </a:solidFill>
              </a:rPr>
              <a:t>Detetar Movimento
</a:t>
            </a:r>
            <a:r>
              <a:rPr lang="pt-PT" sz="1200" noProof="0">
                <a:solidFill>
                  <a:srgbClr val="666666"/>
                </a:solidFill>
              </a:rPr>
              <a:t>Analisar variação de pressão e expressões faciais.</a:t>
            </a:r>
            <a:endParaRPr lang="pt-PT" sz="1400" noProof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D7ECA56A-869B-BF83-EB2A-E76023F33F21}"/>
              </a:ext>
            </a:extLst>
          </p:cNvPr>
          <p:cNvSpPr/>
          <p:nvPr/>
        </p:nvSpPr>
        <p:spPr>
          <a:xfrm>
            <a:off x="937824" y="4918932"/>
            <a:ext cx="5040000" cy="972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pt-PT" noProof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AE6F7595-FCFD-9FC4-A52C-479A0C14FE4E}"/>
              </a:ext>
            </a:extLst>
          </p:cNvPr>
          <p:cNvGrpSpPr/>
          <p:nvPr/>
        </p:nvGrpSpPr>
        <p:grpSpPr>
          <a:xfrm>
            <a:off x="1140044" y="5176332"/>
            <a:ext cx="457200" cy="457200"/>
            <a:chOff x="640080" y="3383280"/>
            <a:chExt cx="457200" cy="457200"/>
          </a:xfrm>
        </p:grpSpPr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F888E370-2AC2-661C-EBD4-586261C68761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ellipse">
              <a:avLst/>
            </a:prstGeom>
            <a:solidFill>
              <a:srgbClr val="1B998B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 lang="pt-PT" noProof="0"/>
            </a:p>
          </p:txBody>
        </p:sp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24AA6FB7-40DF-3576-0348-4A0F0F8F9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742680" y="3485880"/>
              <a:ext cx="252000" cy="252000"/>
            </a:xfrm>
            <a:prstGeom prst="rect">
              <a:avLst/>
            </a:prstGeom>
          </p:spPr>
        </p:pic>
      </p:grpSp>
      <p:sp>
        <p:nvSpPr>
          <p:cNvPr id="27" name="Text 9">
            <a:extLst>
              <a:ext uri="{FF2B5EF4-FFF2-40B4-BE49-F238E27FC236}">
                <a16:creationId xmlns:a16="http://schemas.microsoft.com/office/drawing/2014/main" id="{62C4ADDE-7A64-BDD3-0E78-1ED1A8C1BE38}"/>
              </a:ext>
            </a:extLst>
          </p:cNvPr>
          <p:cNvSpPr/>
          <p:nvPr/>
        </p:nvSpPr>
        <p:spPr>
          <a:xfrm>
            <a:off x="1938867" y="4918931"/>
            <a:ext cx="4038956" cy="972001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pt-PT" sz="1400" b="1" noProof="0">
                <a:solidFill>
                  <a:srgbClr val="0A2342"/>
                </a:solidFill>
              </a:rPr>
              <a:t>Adaptar Ambientes
</a:t>
            </a:r>
            <a:r>
              <a:rPr lang="pt-PT" sz="1200" noProof="0">
                <a:solidFill>
                  <a:srgbClr val="666666"/>
                </a:solidFill>
              </a:rPr>
              <a:t>Controlar luzes, ecrãs e som em tempo real.</a:t>
            </a:r>
            <a:endParaRPr lang="pt-PT" sz="1400" noProof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8B90145-DC61-283B-094A-842D367F0431}"/>
              </a:ext>
            </a:extLst>
          </p:cNvPr>
          <p:cNvSpPr/>
          <p:nvPr/>
        </p:nvSpPr>
        <p:spPr>
          <a:xfrm>
            <a:off x="6238302" y="3770943"/>
            <a:ext cx="5040000" cy="972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pt-PT" noProof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B994BB1-3117-8562-B9A3-A1E8BF22E3CE}"/>
              </a:ext>
            </a:extLst>
          </p:cNvPr>
          <p:cNvGrpSpPr/>
          <p:nvPr/>
        </p:nvGrpSpPr>
        <p:grpSpPr>
          <a:xfrm>
            <a:off x="6516695" y="4029178"/>
            <a:ext cx="457200" cy="457200"/>
            <a:chOff x="4937760" y="3383280"/>
            <a:chExt cx="457200" cy="457200"/>
          </a:xfrm>
        </p:grpSpPr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E5D13D82-7C75-E033-F4F7-C002F7B22F49}"/>
                </a:ext>
              </a:extLst>
            </p:cNvPr>
            <p:cNvSpPr/>
            <p:nvPr/>
          </p:nvSpPr>
          <p:spPr>
            <a:xfrm>
              <a:off x="4937760" y="3383280"/>
              <a:ext cx="457200" cy="457200"/>
            </a:xfrm>
            <a:prstGeom prst="ellipse">
              <a:avLst/>
            </a:prstGeom>
            <a:solidFill>
              <a:srgbClr val="1B998B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 lang="pt-PT" noProof="0"/>
            </a:p>
          </p:txBody>
        </p:sp>
        <p:pic>
          <p:nvPicPr>
            <p:cNvPr id="31" name="Image 3" descr="preencoded.png">
              <a:extLst>
                <a:ext uri="{FF2B5EF4-FFF2-40B4-BE49-F238E27FC236}">
                  <a16:creationId xmlns:a16="http://schemas.microsoft.com/office/drawing/2014/main" id="{A182CE92-A6FD-96E7-2BFF-28C6689B9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5040360" y="3485880"/>
              <a:ext cx="252000" cy="252000"/>
            </a:xfrm>
            <a:prstGeom prst="rect">
              <a:avLst/>
            </a:prstGeom>
          </p:spPr>
        </p:pic>
      </p:grpSp>
      <p:sp>
        <p:nvSpPr>
          <p:cNvPr id="32" name="Text 12">
            <a:extLst>
              <a:ext uri="{FF2B5EF4-FFF2-40B4-BE49-F238E27FC236}">
                <a16:creationId xmlns:a16="http://schemas.microsoft.com/office/drawing/2014/main" id="{C41EEE11-2123-61A3-76B9-314B803482F4}"/>
              </a:ext>
            </a:extLst>
          </p:cNvPr>
          <p:cNvSpPr/>
          <p:nvPr/>
        </p:nvSpPr>
        <p:spPr>
          <a:xfrm>
            <a:off x="7234374" y="3770943"/>
            <a:ext cx="4043928" cy="972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pt-PT" sz="1400" b="1" noProof="0">
                <a:solidFill>
                  <a:srgbClr val="0A2342"/>
                </a:solidFill>
              </a:rPr>
              <a:t>Envolver Adeptos
</a:t>
            </a:r>
            <a:r>
              <a:rPr lang="pt-PT" sz="1200" noProof="0">
                <a:solidFill>
                  <a:srgbClr val="666666"/>
                </a:solidFill>
              </a:rPr>
              <a:t>Promover identidade de equipa através de cores.</a:t>
            </a:r>
            <a:endParaRPr lang="pt-PT" sz="1400" noProof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23F75C15-6540-C253-F5CA-33404B2D4A08}"/>
              </a:ext>
            </a:extLst>
          </p:cNvPr>
          <p:cNvSpPr/>
          <p:nvPr/>
        </p:nvSpPr>
        <p:spPr>
          <a:xfrm>
            <a:off x="937825" y="3770943"/>
            <a:ext cx="5015874" cy="972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pt-PT" noProof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499398B-5873-8F46-A87D-07980A8857AC}"/>
              </a:ext>
            </a:extLst>
          </p:cNvPr>
          <p:cNvSpPr/>
          <p:nvPr/>
        </p:nvSpPr>
        <p:spPr>
          <a:xfrm>
            <a:off x="1938867" y="3770944"/>
            <a:ext cx="4014831" cy="972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pt-PT" sz="1400" b="1" noProof="0">
                <a:solidFill>
                  <a:srgbClr val="0A2342"/>
                </a:solidFill>
              </a:rPr>
              <a:t>Classificar Ruído
</a:t>
            </a:r>
            <a:r>
              <a:rPr lang="pt-PT" sz="1200" noProof="0">
                <a:solidFill>
                  <a:srgbClr val="666666"/>
                </a:solidFill>
              </a:rPr>
              <a:t>Distinguir GOLO e VAIA usando fusão sensorial.</a:t>
            </a:r>
            <a:endParaRPr lang="pt-PT" sz="1400" noProof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2439AFB-95EF-9C84-228B-D4679E4909B3}"/>
              </a:ext>
            </a:extLst>
          </p:cNvPr>
          <p:cNvGrpSpPr/>
          <p:nvPr/>
        </p:nvGrpSpPr>
        <p:grpSpPr>
          <a:xfrm>
            <a:off x="1140044" y="4029178"/>
            <a:ext cx="457200" cy="457200"/>
            <a:chOff x="640080" y="1645920"/>
            <a:chExt cx="457200" cy="457200"/>
          </a:xfrm>
        </p:grpSpPr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C9126C83-D537-F005-4A5F-904FF7B959DD}"/>
                </a:ext>
              </a:extLst>
            </p:cNvPr>
            <p:cNvSpPr/>
            <p:nvPr/>
          </p:nvSpPr>
          <p:spPr>
            <a:xfrm>
              <a:off x="640080" y="1645920"/>
              <a:ext cx="457200" cy="457200"/>
            </a:xfrm>
            <a:prstGeom prst="ellipse">
              <a:avLst/>
            </a:prstGeom>
            <a:solidFill>
              <a:srgbClr val="1B998B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 lang="pt-PT" noProof="0"/>
            </a:p>
          </p:txBody>
        </p:sp>
        <p:pic>
          <p:nvPicPr>
            <p:cNvPr id="35" name="Image 0" descr="preencoded.png">
              <a:extLst>
                <a:ext uri="{FF2B5EF4-FFF2-40B4-BE49-F238E27FC236}">
                  <a16:creationId xmlns:a16="http://schemas.microsoft.com/office/drawing/2014/main" id="{F1C59256-763D-013D-5AAE-7898ECEBB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742680" y="1748520"/>
              <a:ext cx="252000" cy="252000"/>
            </a:xfrm>
            <a:prstGeom prst="rect">
              <a:avLst/>
            </a:prstGeom>
          </p:spPr>
        </p:pic>
      </p:grpSp>
      <p:sp>
        <p:nvSpPr>
          <p:cNvPr id="58" name="Título 4">
            <a:extLst>
              <a:ext uri="{FF2B5EF4-FFF2-40B4-BE49-F238E27FC236}">
                <a16:creationId xmlns:a16="http://schemas.microsoft.com/office/drawing/2014/main" id="{03C75D0E-5D1D-4756-C3D7-1BB1591D75C7}"/>
              </a:ext>
            </a:extLst>
          </p:cNvPr>
          <p:cNvSpPr txBox="1">
            <a:spLocks/>
          </p:cNvSpPr>
          <p:nvPr/>
        </p:nvSpPr>
        <p:spPr>
          <a:xfrm>
            <a:off x="848071" y="28425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/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53992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7A11D-0913-B4BC-75C1-0323F083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C21D1A0-0B65-0439-A637-BB118FCEB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C6691DA-6A65-A886-C629-AB4A8785E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Ricardo Correia 2022/2023</a:t>
            </a:r>
          </a:p>
        </p:txBody>
      </p:sp>
      <p:pic>
        <p:nvPicPr>
          <p:cNvPr id="1026" name="Picture 2" descr="5,200+ Soccer Stadium Aerial View Stock Photos, Pictures &amp; Royalty-Free  Images - iStock | Soccer stadium top view, Soccer field top view, Soccer  aerial view">
            <a:extLst>
              <a:ext uri="{FF2B5EF4-FFF2-40B4-BE49-F238E27FC236}">
                <a16:creationId xmlns:a16="http://schemas.microsoft.com/office/drawing/2014/main" id="{55A779EB-2A12-A5A1-25DE-AA592173FE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016"/>
            <a:ext cx="12191999" cy="686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olha de Discurso: Retângulo 4">
            <a:extLst>
              <a:ext uri="{FF2B5EF4-FFF2-40B4-BE49-F238E27FC236}">
                <a16:creationId xmlns:a16="http://schemas.microsoft.com/office/drawing/2014/main" id="{630D3728-CE5A-C78F-3B62-E1E8FCC4EE4D}"/>
              </a:ext>
            </a:extLst>
          </p:cNvPr>
          <p:cNvSpPr/>
          <p:nvPr/>
        </p:nvSpPr>
        <p:spPr>
          <a:xfrm>
            <a:off x="9008286" y="148974"/>
            <a:ext cx="2205957" cy="672959"/>
          </a:xfrm>
          <a:prstGeom prst="wedgeRectCallout">
            <a:avLst>
              <a:gd name="adj1" fmla="val -21620"/>
              <a:gd name="adj2" fmla="val 77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/>
              <a:t>A iluminação vai mudar para a cor da equipa em momentos chaves </a:t>
            </a:r>
          </a:p>
        </p:txBody>
      </p:sp>
      <p:sp>
        <p:nvSpPr>
          <p:cNvPr id="6" name="Bolha de Discurso: Retângulo 5">
            <a:extLst>
              <a:ext uri="{FF2B5EF4-FFF2-40B4-BE49-F238E27FC236}">
                <a16:creationId xmlns:a16="http://schemas.microsoft.com/office/drawing/2014/main" id="{A82F6D18-E0DE-8BF2-A0DF-89A3FAE4D70B}"/>
              </a:ext>
            </a:extLst>
          </p:cNvPr>
          <p:cNvSpPr/>
          <p:nvPr/>
        </p:nvSpPr>
        <p:spPr>
          <a:xfrm>
            <a:off x="2004736" y="1365483"/>
            <a:ext cx="2611785" cy="78183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/>
              <a:t>Nos assentos vão haver sensores de pressão para saber quando os adeptos de cada secção estão em pé</a:t>
            </a:r>
          </a:p>
        </p:txBody>
      </p:sp>
      <p:sp>
        <p:nvSpPr>
          <p:cNvPr id="7" name="Bolha de Discurso: Retângulo 6">
            <a:extLst>
              <a:ext uri="{FF2B5EF4-FFF2-40B4-BE49-F238E27FC236}">
                <a16:creationId xmlns:a16="http://schemas.microsoft.com/office/drawing/2014/main" id="{E0EAEA82-2D0E-78D9-61F6-1E5A87AC03F3}"/>
              </a:ext>
            </a:extLst>
          </p:cNvPr>
          <p:cNvSpPr/>
          <p:nvPr/>
        </p:nvSpPr>
        <p:spPr>
          <a:xfrm>
            <a:off x="7855222" y="4065003"/>
            <a:ext cx="2611785" cy="78183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/>
              <a:t>Uma camara irá captar as expressões dos adeptos e a cor da camisola</a:t>
            </a:r>
          </a:p>
        </p:txBody>
      </p:sp>
      <p:sp>
        <p:nvSpPr>
          <p:cNvPr id="8" name="Bolha de Discurso: Retângulo 7">
            <a:extLst>
              <a:ext uri="{FF2B5EF4-FFF2-40B4-BE49-F238E27FC236}">
                <a16:creationId xmlns:a16="http://schemas.microsoft.com/office/drawing/2014/main" id="{4A714589-545D-77A1-02B6-22B3BB57D789}"/>
              </a:ext>
            </a:extLst>
          </p:cNvPr>
          <p:cNvSpPr/>
          <p:nvPr/>
        </p:nvSpPr>
        <p:spPr>
          <a:xfrm>
            <a:off x="2994481" y="4505218"/>
            <a:ext cx="2214518" cy="596385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1200"/>
              <a:t>O microfone irá captar o ruido</a:t>
            </a:r>
            <a:endParaRPr lang="pt-PT" sz="1200">
              <a:ea typeface="Calibri"/>
              <a:cs typeface="Calibri"/>
            </a:endParaRPr>
          </a:p>
        </p:txBody>
      </p:sp>
      <p:sp>
        <p:nvSpPr>
          <p:cNvPr id="10" name="Bolha de Discurso: Retângulo 9">
            <a:extLst>
              <a:ext uri="{FF2B5EF4-FFF2-40B4-BE49-F238E27FC236}">
                <a16:creationId xmlns:a16="http://schemas.microsoft.com/office/drawing/2014/main" id="{70D34C50-619F-0F90-B90F-DAC1A99E5F02}"/>
              </a:ext>
            </a:extLst>
          </p:cNvPr>
          <p:cNvSpPr/>
          <p:nvPr/>
        </p:nvSpPr>
        <p:spPr>
          <a:xfrm>
            <a:off x="5845121" y="636991"/>
            <a:ext cx="2611785" cy="78183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/>
              <a:t>Ecrãs e altifalantes colocadas em pontos estratégicos irão promover a interação dos adeptos com o jogo</a:t>
            </a:r>
          </a:p>
        </p:txBody>
      </p:sp>
    </p:spTree>
    <p:extLst>
      <p:ext uri="{BB962C8B-B14F-4D97-AF65-F5344CB8AC3E}">
        <p14:creationId xmlns:p14="http://schemas.microsoft.com/office/powerpoint/2010/main" val="352515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6A9F6-2228-C8AA-479B-2B322E71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Qual vai ser o Sistema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2AC5619-638C-BBB7-A6BA-B2C117F4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Grupo 12 2025/2026</a:t>
            </a:r>
          </a:p>
        </p:txBody>
      </p:sp>
      <p:pic>
        <p:nvPicPr>
          <p:cNvPr id="11" name="Marcador de Posição de Conteúdo 10" descr="Uma imagem com captura de ecrã, preto e branco, file, design&#10;&#10;Os conteúdos gerados por IA podem estar incorretos.">
            <a:extLst>
              <a:ext uri="{FF2B5EF4-FFF2-40B4-BE49-F238E27FC236}">
                <a16:creationId xmlns:a16="http://schemas.microsoft.com/office/drawing/2014/main" id="{5B5DD106-2084-FA8D-9BDD-787A68A147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3" y="1476207"/>
            <a:ext cx="2638662" cy="5248424"/>
          </a:xfrm>
        </p:spPr>
      </p:pic>
      <p:grpSp>
        <p:nvGrpSpPr>
          <p:cNvPr id="45" name="Agrupar 44">
            <a:extLst>
              <a:ext uri="{FF2B5EF4-FFF2-40B4-BE49-F238E27FC236}">
                <a16:creationId xmlns:a16="http://schemas.microsoft.com/office/drawing/2014/main" id="{BDBD3BB5-5289-399F-4A07-7733AB759DC6}"/>
              </a:ext>
            </a:extLst>
          </p:cNvPr>
          <p:cNvGrpSpPr/>
          <p:nvPr/>
        </p:nvGrpSpPr>
        <p:grpSpPr>
          <a:xfrm>
            <a:off x="3470184" y="2652613"/>
            <a:ext cx="2468880" cy="2369820"/>
            <a:chOff x="2846070" y="2154555"/>
            <a:chExt cx="2468880" cy="2369820"/>
          </a:xfrm>
        </p:grpSpPr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F071ACDD-96FC-55E9-05B1-BDD91AFDFB77}"/>
                </a:ext>
              </a:extLst>
            </p:cNvPr>
            <p:cNvSpPr/>
            <p:nvPr/>
          </p:nvSpPr>
          <p:spPr>
            <a:xfrm>
              <a:off x="2846070" y="2154555"/>
              <a:ext cx="2468880" cy="236982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DD4E91E9-AA21-A4F3-CDDB-1DEA9C3F1DD5}"/>
                </a:ext>
              </a:extLst>
            </p:cNvPr>
            <p:cNvGrpSpPr/>
            <p:nvPr/>
          </p:nvGrpSpPr>
          <p:grpSpPr>
            <a:xfrm>
              <a:off x="3851910" y="2337435"/>
              <a:ext cx="457200" cy="457200"/>
              <a:chOff x="3760470" y="2337435"/>
              <a:chExt cx="457200" cy="457200"/>
            </a:xfrm>
          </p:grpSpPr>
          <p:sp>
            <p:nvSpPr>
              <p:cNvPr id="15" name="Shape 2">
                <a:extLst>
                  <a:ext uri="{FF2B5EF4-FFF2-40B4-BE49-F238E27FC236}">
                    <a16:creationId xmlns:a16="http://schemas.microsoft.com/office/drawing/2014/main" id="{327A9F84-2C7B-96E4-30AC-F87A481D3C49}"/>
                  </a:ext>
                </a:extLst>
              </p:cNvPr>
              <p:cNvSpPr/>
              <p:nvPr/>
            </p:nvSpPr>
            <p:spPr>
              <a:xfrm>
                <a:off x="3760470" y="2337435"/>
                <a:ext cx="457200" cy="457200"/>
              </a:xfrm>
              <a:prstGeom prst="ellipse">
                <a:avLst/>
              </a:prstGeom>
              <a:solidFill>
                <a:srgbClr val="1B998B"/>
              </a:solidFill>
              <a:ln w="12700">
                <a:solidFill>
                  <a:srgbClr val="1B998B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pic>
            <p:nvPicPr>
              <p:cNvPr id="16" name="Image 0" descr="preencoded.png">
                <a:extLst>
                  <a:ext uri="{FF2B5EF4-FFF2-40B4-BE49-F238E27FC236}">
                    <a16:creationId xmlns:a16="http://schemas.microsoft.com/office/drawing/2014/main" id="{EDD75368-ED5F-6643-7377-9159163E5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25000"/>
              </a:blip>
              <a:stretch>
                <a:fillRect/>
              </a:stretch>
            </p:blipFill>
            <p:spPr>
              <a:xfrm>
                <a:off x="3881070" y="2458035"/>
                <a:ext cx="216000" cy="216000"/>
              </a:xfrm>
              <a:prstGeom prst="rect">
                <a:avLst/>
              </a:prstGeom>
              <a:noFill/>
            </p:spPr>
          </p:pic>
        </p:grpSp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E7DD5F40-D2F8-C729-9252-D1A74920D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1830" y="3251835"/>
              <a:ext cx="274320" cy="274320"/>
            </a:xfrm>
            <a:prstGeom prst="rect">
              <a:avLst/>
            </a:prstGeom>
          </p:spPr>
        </p:pic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04A0398F-0014-6DD7-AFD5-2AA4C960FBC2}"/>
                </a:ext>
              </a:extLst>
            </p:cNvPr>
            <p:cNvSpPr/>
            <p:nvPr/>
          </p:nvSpPr>
          <p:spPr>
            <a:xfrm>
              <a:off x="3577590" y="3270123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Microfone</a:t>
              </a:r>
              <a:endParaRPr lang="en-US" sz="1200"/>
            </a:p>
          </p:txBody>
        </p:sp>
        <p:pic>
          <p:nvPicPr>
            <p:cNvPr id="19" name="Image 2" descr="preencoded.png">
              <a:extLst>
                <a:ext uri="{FF2B5EF4-FFF2-40B4-BE49-F238E27FC236}">
                  <a16:creationId xmlns:a16="http://schemas.microsoft.com/office/drawing/2014/main" id="{DC7A4EE0-A0DE-ED67-1C39-F7DD922FC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1830" y="3663315"/>
              <a:ext cx="274320" cy="274320"/>
            </a:xfrm>
            <a:prstGeom prst="rect">
              <a:avLst/>
            </a:prstGeom>
          </p:spPr>
        </p:pic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0546943C-944A-6662-A366-F19A2C5D27CB}"/>
                </a:ext>
              </a:extLst>
            </p:cNvPr>
            <p:cNvSpPr/>
            <p:nvPr/>
          </p:nvSpPr>
          <p:spPr>
            <a:xfrm>
              <a:off x="3577590" y="3681603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Pressão</a:t>
              </a:r>
              <a:endParaRPr lang="en-US" sz="1200"/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F4413160-0204-A0DC-C26B-DDDE07706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11830" y="4074795"/>
              <a:ext cx="274320" cy="274320"/>
            </a:xfrm>
            <a:prstGeom prst="rect">
              <a:avLst/>
            </a:prstGeom>
          </p:spPr>
        </p:pic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ABF04FA5-7CC9-0530-D841-CDD6EDE6D9DF}"/>
                </a:ext>
              </a:extLst>
            </p:cNvPr>
            <p:cNvSpPr/>
            <p:nvPr/>
          </p:nvSpPr>
          <p:spPr>
            <a:xfrm>
              <a:off x="3577590" y="4093083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Câmara</a:t>
              </a:r>
              <a:endParaRPr lang="en-US" sz="1200"/>
            </a:p>
          </p:txBody>
        </p: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B89F8096-743E-5D8F-1680-5A41DB9D5613}"/>
                </a:ext>
              </a:extLst>
            </p:cNvPr>
            <p:cNvSpPr/>
            <p:nvPr/>
          </p:nvSpPr>
          <p:spPr>
            <a:xfrm>
              <a:off x="2846070" y="2851785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A2342"/>
                  </a:solidFill>
                </a:rPr>
                <a:t>Sensores</a:t>
              </a:r>
              <a:endParaRPr lang="en-US" sz="1400"/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185D0A22-BC65-7437-7F96-27BD47E97B56}"/>
              </a:ext>
            </a:extLst>
          </p:cNvPr>
          <p:cNvGrpSpPr/>
          <p:nvPr/>
        </p:nvGrpSpPr>
        <p:grpSpPr>
          <a:xfrm>
            <a:off x="6177552" y="2652613"/>
            <a:ext cx="2468880" cy="1527048"/>
            <a:chOff x="7654669" y="2307019"/>
            <a:chExt cx="2468880" cy="1527048"/>
          </a:xfrm>
        </p:grpSpPr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3C890038-94A7-BB52-F16B-42B7E33DAF18}"/>
                </a:ext>
              </a:extLst>
            </p:cNvPr>
            <p:cNvSpPr/>
            <p:nvPr/>
          </p:nvSpPr>
          <p:spPr>
            <a:xfrm>
              <a:off x="7654669" y="2307019"/>
              <a:ext cx="2468880" cy="1527048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EF58276F-4076-F7B7-EF88-ACAC114DAEC3}"/>
                </a:ext>
              </a:extLst>
            </p:cNvPr>
            <p:cNvGrpSpPr/>
            <p:nvPr/>
          </p:nvGrpSpPr>
          <p:grpSpPr>
            <a:xfrm>
              <a:off x="8660509" y="2489899"/>
              <a:ext cx="457200" cy="457200"/>
              <a:chOff x="6823710" y="2337435"/>
              <a:chExt cx="457200" cy="457200"/>
            </a:xfrm>
          </p:grpSpPr>
          <p:sp>
            <p:nvSpPr>
              <p:cNvPr id="24" name="Shape 8">
                <a:extLst>
                  <a:ext uri="{FF2B5EF4-FFF2-40B4-BE49-F238E27FC236}">
                    <a16:creationId xmlns:a16="http://schemas.microsoft.com/office/drawing/2014/main" id="{79C153EA-B088-E62D-6D23-725592A82E24}"/>
                  </a:ext>
                </a:extLst>
              </p:cNvPr>
              <p:cNvSpPr/>
              <p:nvPr/>
            </p:nvSpPr>
            <p:spPr>
              <a:xfrm>
                <a:off x="6823710" y="2337435"/>
                <a:ext cx="457200" cy="457200"/>
              </a:xfrm>
              <a:prstGeom prst="ellipse">
                <a:avLst/>
              </a:prstGeom>
              <a:solidFill>
                <a:srgbClr val="1B998B"/>
              </a:solidFill>
              <a:ln w="12700">
                <a:solidFill>
                  <a:srgbClr val="1B998B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pic>
            <p:nvPicPr>
              <p:cNvPr id="25" name="Image 4" descr="preencoded.png">
                <a:extLst>
                  <a:ext uri="{FF2B5EF4-FFF2-40B4-BE49-F238E27FC236}">
                    <a16:creationId xmlns:a16="http://schemas.microsoft.com/office/drawing/2014/main" id="{5A6EA6D9-DA6C-F296-DA25-8EBC28573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biLevel thresh="25000"/>
              </a:blip>
              <a:stretch>
                <a:fillRect/>
              </a:stretch>
            </p:blipFill>
            <p:spPr>
              <a:xfrm>
                <a:off x="6944310" y="2458035"/>
                <a:ext cx="216000" cy="216000"/>
              </a:xfrm>
              <a:prstGeom prst="rect">
                <a:avLst/>
              </a:prstGeom>
            </p:spPr>
          </p:pic>
        </p:grpSp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A3B2A58A-B3DD-2B2A-11CB-FE8490D00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0429" y="3404299"/>
              <a:ext cx="274320" cy="274320"/>
            </a:xfrm>
            <a:prstGeom prst="rect">
              <a:avLst/>
            </a:prstGeom>
          </p:spPr>
        </p:pic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E42FE91F-08F9-FD74-1C08-0C8BBEBD5B8A}"/>
                </a:ext>
              </a:extLst>
            </p:cNvPr>
            <p:cNvSpPr/>
            <p:nvPr/>
          </p:nvSpPr>
          <p:spPr>
            <a:xfrm>
              <a:off x="8386189" y="3422587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Raspberry Pi 3</a:t>
              </a:r>
              <a:endParaRPr lang="en-US" sz="120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54D0D24F-7299-0849-7C02-8D6CDBEFBC1B}"/>
                </a:ext>
              </a:extLst>
            </p:cNvPr>
            <p:cNvSpPr/>
            <p:nvPr/>
          </p:nvSpPr>
          <p:spPr>
            <a:xfrm>
              <a:off x="7660761" y="3004249"/>
              <a:ext cx="24627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A2342"/>
                  </a:solidFill>
                </a:rPr>
                <a:t>Processamento</a:t>
              </a:r>
              <a:endParaRPr lang="en-US" sz="1400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1B70FF1-6CD1-115B-A566-404D90837CE6}"/>
              </a:ext>
            </a:extLst>
          </p:cNvPr>
          <p:cNvGrpSpPr/>
          <p:nvPr/>
        </p:nvGrpSpPr>
        <p:grpSpPr>
          <a:xfrm>
            <a:off x="8884920" y="2652613"/>
            <a:ext cx="2468880" cy="2369820"/>
            <a:chOff x="7654669" y="3986530"/>
            <a:chExt cx="2468880" cy="2369820"/>
          </a:xfrm>
        </p:grpSpPr>
        <p:sp>
          <p:nvSpPr>
            <p:cNvPr id="28" name="Shape 11">
              <a:extLst>
                <a:ext uri="{FF2B5EF4-FFF2-40B4-BE49-F238E27FC236}">
                  <a16:creationId xmlns:a16="http://schemas.microsoft.com/office/drawing/2014/main" id="{EE37C99C-DE59-59C5-072D-3A52509692FC}"/>
                </a:ext>
              </a:extLst>
            </p:cNvPr>
            <p:cNvSpPr/>
            <p:nvPr/>
          </p:nvSpPr>
          <p:spPr>
            <a:xfrm>
              <a:off x="7654669" y="3986530"/>
              <a:ext cx="2468880" cy="236982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2700">
              <a:solidFill>
                <a:srgbClr val="1B99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2CF15872-49C2-2232-7ADF-E9FD9B568CF7}"/>
                </a:ext>
              </a:extLst>
            </p:cNvPr>
            <p:cNvGrpSpPr/>
            <p:nvPr/>
          </p:nvGrpSpPr>
          <p:grpSpPr>
            <a:xfrm>
              <a:off x="8660509" y="4169410"/>
              <a:ext cx="457200" cy="457200"/>
              <a:chOff x="9886950" y="2337435"/>
              <a:chExt cx="457200" cy="457200"/>
            </a:xfrm>
          </p:grpSpPr>
          <p:sp>
            <p:nvSpPr>
              <p:cNvPr id="29" name="Shape 12">
                <a:extLst>
                  <a:ext uri="{FF2B5EF4-FFF2-40B4-BE49-F238E27FC236}">
                    <a16:creationId xmlns:a16="http://schemas.microsoft.com/office/drawing/2014/main" id="{21AFA591-D539-A754-F569-A769422BE100}"/>
                  </a:ext>
                </a:extLst>
              </p:cNvPr>
              <p:cNvSpPr/>
              <p:nvPr/>
            </p:nvSpPr>
            <p:spPr>
              <a:xfrm>
                <a:off x="9886950" y="2337435"/>
                <a:ext cx="457200" cy="457200"/>
              </a:xfrm>
              <a:prstGeom prst="ellipse">
                <a:avLst/>
              </a:prstGeom>
              <a:solidFill>
                <a:srgbClr val="1B998B"/>
              </a:solidFill>
              <a:ln w="12700">
                <a:solidFill>
                  <a:srgbClr val="1B998B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pic>
            <p:nvPicPr>
              <p:cNvPr id="30" name="Image 6" descr="preencoded.png">
                <a:extLst>
                  <a:ext uri="{FF2B5EF4-FFF2-40B4-BE49-F238E27FC236}">
                    <a16:creationId xmlns:a16="http://schemas.microsoft.com/office/drawing/2014/main" id="{3BE56BA9-EED3-21B3-3BE9-8B87116517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10007550" y="2458035"/>
                <a:ext cx="216000" cy="216000"/>
              </a:xfrm>
              <a:prstGeom prst="rect">
                <a:avLst/>
              </a:prstGeom>
            </p:spPr>
          </p:pic>
        </p:grpSp>
        <p:pic>
          <p:nvPicPr>
            <p:cNvPr id="31" name="Image 7" descr="preencoded.png">
              <a:extLst>
                <a:ext uri="{FF2B5EF4-FFF2-40B4-BE49-F238E27FC236}">
                  <a16:creationId xmlns:a16="http://schemas.microsoft.com/office/drawing/2014/main" id="{E5625A05-F3ED-DCBE-7419-B88733CE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20429" y="5083810"/>
              <a:ext cx="274320" cy="274320"/>
            </a:xfrm>
            <a:prstGeom prst="rect">
              <a:avLst/>
            </a:prstGeom>
          </p:spPr>
        </p:pic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1EE46652-C82F-1BBA-C99C-3E3668FD774E}"/>
                </a:ext>
              </a:extLst>
            </p:cNvPr>
            <p:cNvSpPr/>
            <p:nvPr/>
          </p:nvSpPr>
          <p:spPr>
            <a:xfrm>
              <a:off x="8386189" y="510209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Fitas LED RGB</a:t>
              </a:r>
              <a:endParaRPr lang="en-US" sz="1200"/>
            </a:p>
          </p:txBody>
        </p:sp>
        <p:pic>
          <p:nvPicPr>
            <p:cNvPr id="33" name="Image 8" descr="preencoded.png">
              <a:extLst>
                <a:ext uri="{FF2B5EF4-FFF2-40B4-BE49-F238E27FC236}">
                  <a16:creationId xmlns:a16="http://schemas.microsoft.com/office/drawing/2014/main" id="{34ECB0D7-EC8A-F9BC-414F-6787C729D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20429" y="5495290"/>
              <a:ext cx="274320" cy="274320"/>
            </a:xfrm>
            <a:prstGeom prst="rect">
              <a:avLst/>
            </a:prstGeom>
          </p:spPr>
        </p:pic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E4639EF6-5322-1AA7-F6B0-ABE69863192A}"/>
                </a:ext>
              </a:extLst>
            </p:cNvPr>
            <p:cNvSpPr/>
            <p:nvPr/>
          </p:nvSpPr>
          <p:spPr>
            <a:xfrm>
              <a:off x="8386189" y="551357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Ecrãs LED</a:t>
              </a:r>
              <a:endParaRPr lang="en-US" sz="1200"/>
            </a:p>
          </p:txBody>
        </p:sp>
        <p:pic>
          <p:nvPicPr>
            <p:cNvPr id="35" name="Image 9" descr="preencoded.png">
              <a:extLst>
                <a:ext uri="{FF2B5EF4-FFF2-40B4-BE49-F238E27FC236}">
                  <a16:creationId xmlns:a16="http://schemas.microsoft.com/office/drawing/2014/main" id="{8BA5020D-C3BC-7F06-BA0D-7749C1663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20429" y="5906770"/>
              <a:ext cx="274320" cy="274320"/>
            </a:xfrm>
            <a:prstGeom prst="rect">
              <a:avLst/>
            </a:prstGeom>
          </p:spPr>
        </p:pic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5A80673B-386A-3112-7427-3FDE0BD8EC43}"/>
                </a:ext>
              </a:extLst>
            </p:cNvPr>
            <p:cNvSpPr/>
            <p:nvPr/>
          </p:nvSpPr>
          <p:spPr>
            <a:xfrm>
              <a:off x="8386189" y="592505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666666"/>
                  </a:solidFill>
                </a:rPr>
                <a:t>Som Ambiente</a:t>
              </a:r>
              <a:endParaRPr lang="en-US" sz="1200"/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11C963E1-7514-5E6F-E0A3-0E723A171232}"/>
                </a:ext>
              </a:extLst>
            </p:cNvPr>
            <p:cNvSpPr/>
            <p:nvPr/>
          </p:nvSpPr>
          <p:spPr>
            <a:xfrm>
              <a:off x="7654669" y="4683760"/>
              <a:ext cx="24627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A2342"/>
                  </a:solidFill>
                </a:rPr>
                <a:t>Atuadores</a:t>
              </a:r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402245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812E93E-9896-B5EE-CAF6-0A37F746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noProof="0">
                <a:solidFill>
                  <a:srgbClr val="0A2342"/>
                </a:solidFill>
              </a:rPr>
              <a:t>Resultados Esperados</a:t>
            </a:r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1C6BEB9-A6C5-38DE-9071-F6D51F1F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Grupo 12 2025/2026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C0EB8AA-665E-94AF-7CE2-5A81E2985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83" y="1894065"/>
            <a:ext cx="411480" cy="41148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50F134F6-D6CB-37FE-9BEE-590D450A4DE1}"/>
              </a:ext>
            </a:extLst>
          </p:cNvPr>
          <p:cNvSpPr/>
          <p:nvPr/>
        </p:nvSpPr>
        <p:spPr>
          <a:xfrm>
            <a:off x="1441976" y="193978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noProof="0">
                <a:solidFill>
                  <a:srgbClr val="666666"/>
                </a:solidFill>
              </a:rPr>
              <a:t>Ambiente imersivo e reativo às emoções dos adeptos.</a:t>
            </a:r>
            <a:endParaRPr lang="pt-PT" noProof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6709789-D5D8-3EB1-6F58-76ED77FAC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83" y="2560194"/>
            <a:ext cx="411480" cy="41148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A0EFFC33-8B2D-6DD1-12D8-8B19CB5B84F7}"/>
              </a:ext>
            </a:extLst>
          </p:cNvPr>
          <p:cNvSpPr/>
          <p:nvPr/>
        </p:nvSpPr>
        <p:spPr>
          <a:xfrm>
            <a:off x="1441976" y="2604677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pt-PT" noProof="0">
                <a:solidFill>
                  <a:srgbClr val="666666"/>
                </a:solidFill>
              </a:rPr>
              <a:t>Distinção </a:t>
            </a:r>
            <a:r>
              <a:rPr lang="pt-PT">
                <a:solidFill>
                  <a:srgbClr val="666666"/>
                </a:solidFill>
              </a:rPr>
              <a:t>entre ruídos</a:t>
            </a:r>
            <a:r>
              <a:rPr lang="pt-PT" noProof="0">
                <a:solidFill>
                  <a:srgbClr val="666666"/>
                </a:solidFill>
              </a:rPr>
              <a:t>.</a:t>
            </a:r>
            <a:endParaRPr lang="pt-PT" noProof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915533CA-608B-B044-B819-44A337403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83" y="3226323"/>
            <a:ext cx="411480" cy="41148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9D8E283B-FE3D-7497-ABB0-6D6DEBEBA9B2}"/>
              </a:ext>
            </a:extLst>
          </p:cNvPr>
          <p:cNvSpPr/>
          <p:nvPr/>
        </p:nvSpPr>
        <p:spPr>
          <a:xfrm>
            <a:off x="1441976" y="3269569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noProof="0">
                <a:solidFill>
                  <a:srgbClr val="666666"/>
                </a:solidFill>
              </a:rPr>
              <a:t>Luzes e ecrãs sincronizados com a equipa dominante.</a:t>
            </a:r>
            <a:endParaRPr lang="pt-PT" noProof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347F4C57-675A-2573-1455-B017E8ADF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83" y="3892452"/>
            <a:ext cx="411480" cy="411480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2624D97F-1CBC-DCF2-2D93-3C3F77C6473A}"/>
              </a:ext>
            </a:extLst>
          </p:cNvPr>
          <p:cNvSpPr/>
          <p:nvPr/>
        </p:nvSpPr>
        <p:spPr>
          <a:xfrm>
            <a:off x="1441976" y="393446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noProof="0">
                <a:solidFill>
                  <a:srgbClr val="666666"/>
                </a:solidFill>
              </a:rPr>
              <a:t>Maior envolvimento e satisfação do público.</a:t>
            </a:r>
            <a:endParaRPr lang="pt-PT" noProof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1901D632-3131-9C0E-11EF-903529396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283" y="4558582"/>
            <a:ext cx="411480" cy="411480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01678FE3-15E7-8965-7052-D08477AAD12E}"/>
              </a:ext>
            </a:extLst>
          </p:cNvPr>
          <p:cNvSpPr/>
          <p:nvPr/>
        </p:nvSpPr>
        <p:spPr>
          <a:xfrm>
            <a:off x="1441976" y="459935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noProof="0">
                <a:solidFill>
                  <a:srgbClr val="666666"/>
                </a:solidFill>
              </a:rPr>
              <a:t>Plataforma escalável para estatística e gamificação.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741214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B24E4-C9A8-5225-2224-8428BB7C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PT"/>
              <a:t>Programação semanal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4ACEF81-8547-2698-AC6F-855E1B8F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Grupo 12 2025/2026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BA55110-F971-325E-D298-DD3072DD6598}"/>
              </a:ext>
            </a:extLst>
          </p:cNvPr>
          <p:cNvGrpSpPr/>
          <p:nvPr/>
        </p:nvGrpSpPr>
        <p:grpSpPr>
          <a:xfrm>
            <a:off x="36443" y="2496317"/>
            <a:ext cx="12158869" cy="1693088"/>
            <a:chOff x="838200" y="3267393"/>
            <a:chExt cx="10515601" cy="1467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81AB305-6041-3FDA-66AE-604321204FCC}"/>
                </a:ext>
              </a:extLst>
            </p:cNvPr>
            <p:cNvSpPr/>
            <p:nvPr/>
          </p:nvSpPr>
          <p:spPr>
            <a:xfrm>
              <a:off x="838201" y="3311843"/>
              <a:ext cx="10515600" cy="1422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B4BCD2E0-B95C-C997-6136-065515314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3267393"/>
              <a:ext cx="10515600" cy="1467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968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CE8D80B7D96C444ABD671F69235FC45" ma:contentTypeVersion="13" ma:contentTypeDescription="Criar um novo documento." ma:contentTypeScope="" ma:versionID="ead8cba7af963f00d4786f9c5ba232a6">
  <xsd:schema xmlns:xsd="http://www.w3.org/2001/XMLSchema" xmlns:xs="http://www.w3.org/2001/XMLSchema" xmlns:p="http://schemas.microsoft.com/office/2006/metadata/properties" xmlns:ns3="2ce9a5a7-aac2-42fc-ada5-d5bf20eb48e3" xmlns:ns4="97c3bd11-2957-407b-8c34-faeabfa519a2" targetNamespace="http://schemas.microsoft.com/office/2006/metadata/properties" ma:root="true" ma:fieldsID="95909a4a7363e6c29cba9e71aa460f9c" ns3:_="" ns4:_="">
    <xsd:import namespace="2ce9a5a7-aac2-42fc-ada5-d5bf20eb48e3"/>
    <xsd:import namespace="97c3bd11-2957-407b-8c34-faeabfa519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9a5a7-aac2-42fc-ada5-d5bf20eb48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3bd11-2957-407b-8c34-faeabfa519a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e9a5a7-aac2-42fc-ada5-d5bf20eb48e3" xsi:nil="true"/>
  </documentManagement>
</p:properties>
</file>

<file path=customXml/itemProps1.xml><?xml version="1.0" encoding="utf-8"?>
<ds:datastoreItem xmlns:ds="http://schemas.openxmlformats.org/officeDocument/2006/customXml" ds:itemID="{B6A88C74-A65C-4B3A-8C96-D12BE2AB5196}">
  <ds:schemaRefs>
    <ds:schemaRef ds:uri="2ce9a5a7-aac2-42fc-ada5-d5bf20eb48e3"/>
    <ds:schemaRef ds:uri="97c3bd11-2957-407b-8c34-faeabfa519a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06D7528-A845-4B67-9532-63DC4B4284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D32EB1-2729-4E6F-BBF4-BED12731CB39}">
  <ds:schemaRefs>
    <ds:schemaRef ds:uri="2ce9a5a7-aac2-42fc-ada5-d5bf20eb48e3"/>
    <ds:schemaRef ds:uri="97c3bd11-2957-407b-8c34-faeabfa519a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1_Office Theme</vt:lpstr>
      <vt:lpstr>Estádio Interativo Sistema Emocional Responsivo</vt:lpstr>
      <vt:lpstr>Motivação</vt:lpstr>
      <vt:lpstr>PowerPoint Presentation</vt:lpstr>
      <vt:lpstr>Qual vai ser o Sistema</vt:lpstr>
      <vt:lpstr>Resultados Esperados</vt:lpstr>
      <vt:lpstr>Programação semanal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Ricardo Joao Luis Marques Correia</dc:creator>
  <cp:revision>1</cp:revision>
  <dcterms:created xsi:type="dcterms:W3CDTF">2022-11-09T08:48:01Z</dcterms:created>
  <dcterms:modified xsi:type="dcterms:W3CDTF">2025-11-12T16:59:54Z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0x0101008CE8D80B7D96C444ABD671F69235FC45</vt:lpwstr>
  </property>
</Properties>
</file>